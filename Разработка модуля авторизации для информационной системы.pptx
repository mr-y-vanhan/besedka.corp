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57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87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29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43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0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0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39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0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59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77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022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D1FCA-8728-4546-9E70-544C0AB1BD1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A4A60-543D-4D79-8BE0-155A5FD63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29911"/>
          </a:xfrm>
        </p:spPr>
        <p:txBody>
          <a:bodyPr>
            <a:norm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авторизации для информационной системы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320716"/>
            <a:ext cx="9144000" cy="1937084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Выполнял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 группы 355К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Вишнеков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Роман</a:t>
            </a:r>
          </a:p>
        </p:txBody>
      </p:sp>
    </p:spTree>
    <p:extLst>
      <p:ext uri="{BB962C8B-B14F-4D97-AF65-F5344CB8AC3E}">
        <p14:creationId xmlns:p14="http://schemas.microsoft.com/office/powerpoint/2010/main" val="12253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Разработать модуль авторизации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1.Создать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входа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2.Реализовать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проверку логина и пароля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3.Настроить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4.Обеспечить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для гостей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944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70342"/>
            <a:ext cx="10515600" cy="115528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Зачем нужна авторизация?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418347"/>
            <a:ext cx="10515600" cy="3758616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данных от несанкционированного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права для разных ролей:</a:t>
            </a: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только просмотр</a:t>
            </a: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просмотр и личный кабинет</a:t>
            </a: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управление заказами</a:t>
            </a: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полный доступ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231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29389"/>
            <a:ext cx="10515600" cy="116129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Интерфейс окна входа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1462" y="2239169"/>
            <a:ext cx="402907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2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работы авторизации 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3501190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851482" y="3505703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42710" y="3498183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391399" y="2019927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9422729" y="2019927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391398" y="5019175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93653" y="5019175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3" name="Прямая со стрелкой 12"/>
          <p:cNvCxnSpPr>
            <a:stCxn id="5" idx="3"/>
            <a:endCxn id="6" idx="1"/>
          </p:cNvCxnSpPr>
          <p:nvPr/>
        </p:nvCxnSpPr>
        <p:spPr>
          <a:xfrm>
            <a:off x="2390273" y="4075698"/>
            <a:ext cx="461209" cy="4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4392528" y="4080211"/>
            <a:ext cx="450182" cy="9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3"/>
          </p:cNvCxnSpPr>
          <p:nvPr/>
        </p:nvCxnSpPr>
        <p:spPr>
          <a:xfrm>
            <a:off x="6394783" y="4072691"/>
            <a:ext cx="4993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894095" y="2839453"/>
            <a:ext cx="18047" cy="13174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915150" y="4156912"/>
            <a:ext cx="18047" cy="13174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6894095" y="2839453"/>
            <a:ext cx="4973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6933197" y="5474371"/>
            <a:ext cx="4973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8943471" y="2611291"/>
            <a:ext cx="450182" cy="9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8943471" y="5474371"/>
            <a:ext cx="450182" cy="9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бъект 2"/>
          <p:cNvSpPr>
            <a:spLocks noGrp="1"/>
          </p:cNvSpPr>
          <p:nvPr>
            <p:ph idx="1"/>
          </p:nvPr>
        </p:nvSpPr>
        <p:spPr>
          <a:xfrm>
            <a:off x="852738" y="3759872"/>
            <a:ext cx="1522998" cy="6587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800" dirty="0" smtClean="0"/>
              <a:t>Запуск приложения</a:t>
            </a:r>
            <a:endParaRPr lang="ru-RU" sz="1800" dirty="0"/>
          </a:p>
        </p:txBody>
      </p:sp>
      <p:sp>
        <p:nvSpPr>
          <p:cNvPr id="27" name="Объект 2"/>
          <p:cNvSpPr txBox="1">
            <a:spLocks/>
          </p:cNvSpPr>
          <p:nvPr/>
        </p:nvSpPr>
        <p:spPr>
          <a:xfrm>
            <a:off x="2872039" y="3750846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Ввод логина и пароля</a:t>
            </a:r>
            <a:endParaRPr lang="ru-RU" sz="1800" dirty="0"/>
          </a:p>
        </p:txBody>
      </p:sp>
      <p:sp>
        <p:nvSpPr>
          <p:cNvPr id="29" name="Объект 2"/>
          <p:cNvSpPr txBox="1">
            <a:spLocks/>
          </p:cNvSpPr>
          <p:nvPr/>
        </p:nvSpPr>
        <p:spPr>
          <a:xfrm>
            <a:off x="4875795" y="3753855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Проверка в базе</a:t>
            </a:r>
            <a:endParaRPr lang="ru-RU" sz="1800" dirty="0"/>
          </a:p>
        </p:txBody>
      </p:sp>
      <p:sp>
        <p:nvSpPr>
          <p:cNvPr id="30" name="Объект 2"/>
          <p:cNvSpPr txBox="1">
            <a:spLocks/>
          </p:cNvSpPr>
          <p:nvPr/>
        </p:nvSpPr>
        <p:spPr>
          <a:xfrm>
            <a:off x="7420475" y="2222959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Ошибка авторизации</a:t>
            </a:r>
            <a:endParaRPr lang="ru-RU" sz="1800" dirty="0"/>
          </a:p>
        </p:txBody>
      </p:sp>
      <p:sp>
        <p:nvSpPr>
          <p:cNvPr id="31" name="Объект 2"/>
          <p:cNvSpPr txBox="1">
            <a:spLocks/>
          </p:cNvSpPr>
          <p:nvPr/>
        </p:nvSpPr>
        <p:spPr>
          <a:xfrm>
            <a:off x="9451804" y="2222959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Сообщение об ошибке</a:t>
            </a:r>
            <a:endParaRPr lang="ru-RU" sz="1800" dirty="0"/>
          </a:p>
        </p:txBody>
      </p:sp>
      <p:sp>
        <p:nvSpPr>
          <p:cNvPr id="32" name="Объект 2"/>
          <p:cNvSpPr txBox="1">
            <a:spLocks/>
          </p:cNvSpPr>
          <p:nvPr/>
        </p:nvSpPr>
        <p:spPr>
          <a:xfrm>
            <a:off x="7435010" y="5264318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Данные верны</a:t>
            </a:r>
            <a:r>
              <a:rPr lang="en-US" sz="1800" dirty="0" smtClean="0"/>
              <a:t>?</a:t>
            </a:r>
            <a:endParaRPr lang="ru-RU" sz="1800" dirty="0"/>
          </a:p>
        </p:txBody>
      </p:sp>
      <p:sp>
        <p:nvSpPr>
          <p:cNvPr id="33" name="Объект 2"/>
          <p:cNvSpPr txBox="1">
            <a:spLocks/>
          </p:cNvSpPr>
          <p:nvPr/>
        </p:nvSpPr>
        <p:spPr>
          <a:xfrm>
            <a:off x="9411697" y="5264318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Открыть главное окно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6612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09863"/>
            <a:ext cx="10515600" cy="119739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как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гость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3398922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852738" y="3657604"/>
            <a:ext cx="1522998" cy="6587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800" dirty="0" smtClean="0"/>
              <a:t>Запуск приложения</a:t>
            </a:r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384884" y="3398922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3399422" y="3657604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Нажатие кнопки </a:t>
            </a:r>
            <a:r>
              <a:rPr lang="en-US" sz="1800" dirty="0" smtClean="0"/>
              <a:t>“</a:t>
            </a:r>
            <a:r>
              <a:rPr lang="ru-RU" sz="1800" dirty="0" smtClean="0"/>
              <a:t>гость</a:t>
            </a:r>
            <a:r>
              <a:rPr lang="en-US" sz="1800" dirty="0" smtClean="0"/>
              <a:t>”</a:t>
            </a:r>
            <a:endParaRPr lang="ru-RU" sz="1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931568" y="3404938"/>
            <a:ext cx="1552073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5946106" y="3663620"/>
            <a:ext cx="1522998" cy="6587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Создание гостевой сессии</a:t>
            </a:r>
            <a:endParaRPr lang="ru-RU" sz="18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478251" y="3398922"/>
            <a:ext cx="2235869" cy="11490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" name="Объект 2"/>
          <p:cNvSpPr txBox="1">
            <a:spLocks/>
          </p:cNvSpPr>
          <p:nvPr/>
        </p:nvSpPr>
        <p:spPr>
          <a:xfrm>
            <a:off x="8492789" y="3657604"/>
            <a:ext cx="2221331" cy="658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 smtClean="0"/>
              <a:t>Открытие главного окна с ролью </a:t>
            </a:r>
            <a:r>
              <a:rPr lang="en-US" sz="1800" dirty="0" smtClean="0"/>
              <a:t>“</a:t>
            </a:r>
            <a:r>
              <a:rPr lang="ru-RU" sz="1800" dirty="0" smtClean="0"/>
              <a:t>гость</a:t>
            </a:r>
            <a:r>
              <a:rPr lang="en-US" sz="1800" dirty="0" smtClean="0"/>
              <a:t>”</a:t>
            </a:r>
            <a:endParaRPr lang="ru-RU" sz="1800" dirty="0"/>
          </a:p>
        </p:txBody>
      </p:sp>
      <p:cxnSp>
        <p:nvCxnSpPr>
          <p:cNvPr id="13" name="Прямая со стрелкой 12"/>
          <p:cNvCxnSpPr>
            <a:stCxn id="4" idx="3"/>
            <a:endCxn id="6" idx="1"/>
          </p:cNvCxnSpPr>
          <p:nvPr/>
        </p:nvCxnSpPr>
        <p:spPr>
          <a:xfrm>
            <a:off x="2390273" y="3973430"/>
            <a:ext cx="994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4936957" y="3973430"/>
            <a:ext cx="994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7469104" y="3973430"/>
            <a:ext cx="994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52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4828672" y="2231859"/>
            <a:ext cx="6769769" cy="2376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с другими таблицами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2231859"/>
            <a:ext cx="3272190" cy="23762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880993" y="2286005"/>
            <a:ext cx="3229397" cy="4511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 smtClean="0"/>
              <a:t>Users</a:t>
            </a:r>
            <a:endParaRPr lang="ru-RU" sz="1800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1145979" y="2855145"/>
            <a:ext cx="1143153" cy="2027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Id</a:t>
            </a:r>
            <a:br>
              <a:rPr lang="en-US" sz="1800" dirty="0" smtClean="0"/>
            </a:br>
            <a:r>
              <a:rPr lang="en-US" sz="1800" dirty="0" smtClean="0"/>
              <a:t>Login</a:t>
            </a:r>
            <a:br>
              <a:rPr lang="en-US" sz="1800" dirty="0" smtClean="0"/>
            </a:br>
            <a:r>
              <a:rPr lang="en-US" sz="1800" dirty="0" smtClean="0"/>
              <a:t>Password</a:t>
            </a:r>
            <a:br>
              <a:rPr lang="en-US" sz="1800" dirty="0" smtClean="0"/>
            </a:br>
            <a:r>
              <a:rPr lang="en-US" sz="1800" dirty="0" smtClean="0"/>
              <a:t>Role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 smtClean="0"/>
              <a:t>FullName</a:t>
            </a:r>
            <a:br>
              <a:rPr lang="en-US" sz="1800" dirty="0" smtClean="0"/>
            </a:br>
            <a:r>
              <a:rPr lang="en-US" sz="1800" dirty="0" smtClean="0"/>
              <a:t>CreatedAt</a:t>
            </a:r>
            <a:endParaRPr lang="ru-RU" sz="1800" dirty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2528156" y="2855145"/>
            <a:ext cx="1582234" cy="2027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INT</a:t>
            </a:r>
            <a:br>
              <a:rPr lang="en-US" sz="1800" dirty="0" smtClean="0"/>
            </a:br>
            <a:r>
              <a:rPr lang="en-US" sz="1800" dirty="0" smtClean="0"/>
              <a:t>VARCHAR(50)</a:t>
            </a:r>
            <a:br>
              <a:rPr lang="en-US" sz="1800" dirty="0" smtClean="0"/>
            </a:br>
            <a:r>
              <a:rPr lang="en-US" sz="1800" dirty="0" smtClean="0"/>
              <a:t>VARCHAR(50)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VARCHAR(20) VARCHAR(100)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DETETIME</a:t>
            </a:r>
            <a:endParaRPr lang="ru-RU" sz="1800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5225739" y="2286010"/>
            <a:ext cx="699814" cy="463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 smtClean="0"/>
              <a:t>Users</a:t>
            </a:r>
            <a:endParaRPr lang="ru-RU" sz="1800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925553" y="2454442"/>
            <a:ext cx="11249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бъект 2"/>
          <p:cNvSpPr txBox="1">
            <a:spLocks/>
          </p:cNvSpPr>
          <p:nvPr/>
        </p:nvSpPr>
        <p:spPr>
          <a:xfrm>
            <a:off x="7050505" y="2346163"/>
            <a:ext cx="3308684" cy="3308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Role: </a:t>
            </a:r>
            <a:r>
              <a:rPr lang="ru-RU" sz="1800" dirty="0" smtClean="0"/>
              <a:t>определяет права доступа</a:t>
            </a:r>
            <a:endParaRPr lang="ru-RU" sz="1800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6488029" y="2454442"/>
            <a:ext cx="0" cy="1414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6488029" y="3092116"/>
            <a:ext cx="466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бъект 2"/>
          <p:cNvSpPr txBox="1">
            <a:spLocks/>
          </p:cNvSpPr>
          <p:nvPr/>
        </p:nvSpPr>
        <p:spPr>
          <a:xfrm>
            <a:off x="6954253" y="2969305"/>
            <a:ext cx="3404936" cy="3308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“admin”     </a:t>
            </a:r>
            <a:r>
              <a:rPr lang="ru-RU" sz="1800" dirty="0" smtClean="0"/>
              <a:t>  </a:t>
            </a:r>
            <a:r>
              <a:rPr lang="en-US" sz="1800" dirty="0" smtClean="0"/>
              <a:t>     </a:t>
            </a:r>
            <a:r>
              <a:rPr lang="ru-RU" sz="1800" dirty="0" smtClean="0"/>
              <a:t>    </a:t>
            </a:r>
            <a:r>
              <a:rPr lang="en-US" sz="1800" dirty="0" smtClean="0"/>
              <a:t> </a:t>
            </a:r>
            <a:r>
              <a:rPr lang="ru-RU" sz="1800" dirty="0" smtClean="0"/>
              <a:t>полный доступ</a:t>
            </a:r>
            <a:endParaRPr lang="ru-RU" sz="1800" dirty="0"/>
          </a:p>
        </p:txBody>
      </p:sp>
      <p:sp>
        <p:nvSpPr>
          <p:cNvPr id="20" name="Объект 2"/>
          <p:cNvSpPr txBox="1">
            <a:spLocks/>
          </p:cNvSpPr>
          <p:nvPr/>
        </p:nvSpPr>
        <p:spPr>
          <a:xfrm>
            <a:off x="6954250" y="3212307"/>
            <a:ext cx="4120818" cy="3308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“manager”     </a:t>
            </a:r>
            <a:r>
              <a:rPr lang="ru-RU" sz="1800" dirty="0" smtClean="0"/>
              <a:t>      </a:t>
            </a:r>
            <a:r>
              <a:rPr lang="en-US" sz="1800" dirty="0" smtClean="0"/>
              <a:t> </a:t>
            </a:r>
            <a:r>
              <a:rPr lang="ru-RU" sz="1800" dirty="0" smtClean="0"/>
              <a:t>Управление заказами</a:t>
            </a:r>
            <a:endParaRPr lang="ru-RU" sz="1800" dirty="0"/>
          </a:p>
        </p:txBody>
      </p:sp>
      <p:sp>
        <p:nvSpPr>
          <p:cNvPr id="21" name="Объект 2"/>
          <p:cNvSpPr txBox="1">
            <a:spLocks/>
          </p:cNvSpPr>
          <p:nvPr/>
        </p:nvSpPr>
        <p:spPr>
          <a:xfrm>
            <a:off x="6954250" y="3465602"/>
            <a:ext cx="4644192" cy="3308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“client”          </a:t>
            </a:r>
            <a:r>
              <a:rPr lang="ru-RU" sz="1800" dirty="0" smtClean="0"/>
              <a:t>   </a:t>
            </a:r>
            <a:r>
              <a:rPr lang="en-US" sz="1800" dirty="0" smtClean="0"/>
              <a:t> </a:t>
            </a:r>
            <a:r>
              <a:rPr lang="ru-RU" sz="1800" dirty="0" smtClean="0"/>
              <a:t>   </a:t>
            </a:r>
            <a:r>
              <a:rPr lang="en-US" sz="1800" dirty="0" smtClean="0"/>
              <a:t> </a:t>
            </a:r>
            <a:r>
              <a:rPr lang="ru-RU" sz="1800" dirty="0" smtClean="0"/>
              <a:t>Просмотр </a:t>
            </a:r>
            <a:r>
              <a:rPr lang="en-US" sz="1800" dirty="0" smtClean="0"/>
              <a:t>+</a:t>
            </a:r>
            <a:r>
              <a:rPr lang="ru-RU" sz="1800" dirty="0" smtClean="0"/>
              <a:t> личный кабинет</a:t>
            </a:r>
            <a:endParaRPr lang="ru-RU" sz="1800" dirty="0"/>
          </a:p>
        </p:txBody>
      </p:sp>
      <p:sp>
        <p:nvSpPr>
          <p:cNvPr id="22" name="Объект 2"/>
          <p:cNvSpPr txBox="1">
            <a:spLocks/>
          </p:cNvSpPr>
          <p:nvPr/>
        </p:nvSpPr>
        <p:spPr>
          <a:xfrm>
            <a:off x="6954251" y="3705984"/>
            <a:ext cx="3651585" cy="3308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“guest”     </a:t>
            </a:r>
            <a:r>
              <a:rPr lang="ru-RU" sz="1800" dirty="0" smtClean="0"/>
              <a:t>      </a:t>
            </a:r>
            <a:r>
              <a:rPr lang="en-US" sz="1800" dirty="0" smtClean="0"/>
              <a:t>       </a:t>
            </a:r>
            <a:r>
              <a:rPr lang="ru-RU" sz="1800" dirty="0" smtClean="0"/>
              <a:t>Только просмотр</a:t>
            </a:r>
            <a:endParaRPr lang="ru-RU" sz="1800" dirty="0"/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client</a:t>
            </a: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client</a:t>
            </a: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6488026" y="3364831"/>
            <a:ext cx="466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6488026" y="3623510"/>
            <a:ext cx="466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6488026" y="3868805"/>
            <a:ext cx="466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Объект 2"/>
          <p:cNvSpPr txBox="1">
            <a:spLocks/>
          </p:cNvSpPr>
          <p:nvPr/>
        </p:nvSpPr>
        <p:spPr>
          <a:xfrm>
            <a:off x="838199" y="4917655"/>
            <a:ext cx="10760241" cy="1597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данные: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роль: администратор)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роль: менеджер)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роль: гость)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838199" y="2677027"/>
            <a:ext cx="32721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endCxn id="4" idx="2"/>
          </p:cNvCxnSpPr>
          <p:nvPr/>
        </p:nvCxnSpPr>
        <p:spPr>
          <a:xfrm>
            <a:off x="2466474" y="2677027"/>
            <a:ext cx="7821" cy="19310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02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входа с полями логин/пароль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2.Проверка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учетных данных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3.Вход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гость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4.Передача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роли в главное окно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5.Обработка ошибок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94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авторизации успешно разработан и интегрирован в систему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1.Простой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понятный интерфейс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2.Быстрая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данных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3.Гибкое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4.Возможность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расширения ролей</a:t>
            </a:r>
          </a:p>
          <a:p>
            <a:pPr marL="0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33599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185</Words>
  <Application>Microsoft Office PowerPoint</Application>
  <PresentationFormat>Широкоэкранный</PresentationFormat>
  <Paragraphs>61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Times New Roman</vt:lpstr>
      <vt:lpstr>Тема Office</vt:lpstr>
      <vt:lpstr>Разработка модуля авторизации для информационной системы</vt:lpstr>
      <vt:lpstr>Цель и задачи</vt:lpstr>
      <vt:lpstr>Зачем нужна авторизация? </vt:lpstr>
      <vt:lpstr>Интерфейс окна входа </vt:lpstr>
      <vt:lpstr>Алгоритм работы авторизации </vt:lpstr>
      <vt:lpstr>Вход как гость </vt:lpstr>
      <vt:lpstr>Связь с другими таблицами</vt:lpstr>
      <vt:lpstr>Результаты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модуля авторизации для информационной системы</dc:title>
  <dc:creator>user</dc:creator>
  <cp:lastModifiedBy>user</cp:lastModifiedBy>
  <cp:revision>6</cp:revision>
  <dcterms:created xsi:type="dcterms:W3CDTF">2026-03-14T05:50:30Z</dcterms:created>
  <dcterms:modified xsi:type="dcterms:W3CDTF">2026-03-14T06:31:31Z</dcterms:modified>
</cp:coreProperties>
</file>